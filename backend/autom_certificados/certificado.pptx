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3"/>
  </p:sldMasterIdLst>
  <p:sldIdLst>
    <p:sldId id="266" r:id="rId4"/>
  </p:sldIdLst>
  <p:sldSz cx="9720263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0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020" y="1122363"/>
            <a:ext cx="826222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033" y="3602038"/>
            <a:ext cx="72901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5F41-CE13-43A5-8175-EA7857E8F4E7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288-DBB2-4147-8738-B0FFDB36E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1183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5F41-CE13-43A5-8175-EA7857E8F4E7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288-DBB2-4147-8738-B0FFDB36E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421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06" y="1709740"/>
            <a:ext cx="838372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206" y="4589465"/>
            <a:ext cx="83837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5F41-CE13-43A5-8175-EA7857E8F4E7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288-DBB2-4147-8738-B0FFDB36E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6888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268" y="1825625"/>
            <a:ext cx="4131112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0883" y="1825625"/>
            <a:ext cx="4131112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5F41-CE13-43A5-8175-EA7857E8F4E7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288-DBB2-4147-8738-B0FFDB36E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737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365127"/>
            <a:ext cx="8383727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535" y="1681163"/>
            <a:ext cx="41121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535" y="2505075"/>
            <a:ext cx="4112126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0884" y="1681163"/>
            <a:ext cx="41323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0884" y="2505075"/>
            <a:ext cx="413237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5F41-CE13-43A5-8175-EA7857E8F4E7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288-DBB2-4147-8738-B0FFDB36E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389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5F41-CE13-43A5-8175-EA7857E8F4E7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288-DBB2-4147-8738-B0FFDB36E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535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5F41-CE13-43A5-8175-EA7857E8F4E7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288-DBB2-4147-8738-B0FFDB36E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067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457200"/>
            <a:ext cx="31350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2378" y="987427"/>
            <a:ext cx="49208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2057400"/>
            <a:ext cx="31350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5F41-CE13-43A5-8175-EA7857E8F4E7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288-DBB2-4147-8738-B0FFDB36E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0892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457200"/>
            <a:ext cx="31350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2378" y="987427"/>
            <a:ext cx="492088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2057400"/>
            <a:ext cx="31350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5F41-CE13-43A5-8175-EA7857E8F4E7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288-DBB2-4147-8738-B0FFDB36E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582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5F41-CE13-43A5-8175-EA7857E8F4E7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288-DBB2-4147-8738-B0FFDB36E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068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6064" y="365125"/>
            <a:ext cx="2095932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269" y="365125"/>
            <a:ext cx="6166292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5F41-CE13-43A5-8175-EA7857E8F4E7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65288-DBB2-4147-8738-B0FFDB36E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635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268" y="365127"/>
            <a:ext cx="838372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268" y="1825625"/>
            <a:ext cx="838372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268" y="6356352"/>
            <a:ext cx="2187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65F41-CE13-43A5-8175-EA7857E8F4E7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9837" y="6356352"/>
            <a:ext cx="32805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4936" y="6356352"/>
            <a:ext cx="2187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65288-DBB2-4147-8738-B0FFDB36EE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705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Gráfico&#10;&#10;Descrição gerada automaticamente com confiança baixa">
            <a:extLst>
              <a:ext uri="{FF2B5EF4-FFF2-40B4-BE49-F238E27FC236}">
                <a16:creationId xmlns:a16="http://schemas.microsoft.com/office/drawing/2014/main" id="{08D62BB0-492F-0E50-672F-9CE875B1C1C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02370" cy="6858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E1B52CA-0CE5-9DE8-BF0E-EAC6C6AE8AFB}"/>
              </a:ext>
            </a:extLst>
          </p:cNvPr>
          <p:cNvSpPr txBox="1"/>
          <p:nvPr/>
        </p:nvSpPr>
        <p:spPr>
          <a:xfrm>
            <a:off x="803547" y="2003799"/>
            <a:ext cx="678790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300" dirty="0" smtClean="0"/>
              <a:t>Certificamos que </a:t>
            </a:r>
            <a:r>
              <a:rPr lang="pt-BR" sz="1300" b="1" dirty="0" smtClean="0"/>
              <a:t>XXXX</a:t>
            </a:r>
            <a:r>
              <a:rPr lang="pt-BR" sz="1300" b="1" dirty="0"/>
              <a:t>XX</a:t>
            </a:r>
            <a:r>
              <a:rPr lang="pt-BR" sz="1300" dirty="0" smtClean="0"/>
              <a:t>, </a:t>
            </a:r>
            <a:r>
              <a:rPr lang="pt-BR" sz="1300" dirty="0"/>
              <a:t>inscrito no CPF sob o nº </a:t>
            </a:r>
            <a:r>
              <a:rPr lang="pt-BR" sz="1300" b="1" dirty="0" smtClean="0"/>
              <a:t>XXX.XXX.XXX-XX</a:t>
            </a:r>
            <a:r>
              <a:rPr lang="pt-BR" sz="1300" dirty="0" smtClean="0"/>
              <a:t>, </a:t>
            </a:r>
            <a:r>
              <a:rPr lang="pt-BR" sz="1300" dirty="0"/>
              <a:t>participou como membro do Apoio Técnico, para elaboração de Diagnósticos Opinativos sobre as atividades de Pesquisa, Desenvolvimento e Inovação apresentadas pelas empresas beneficiárias da Lei do Bem (Lei nº </a:t>
            </a:r>
            <a:r>
              <a:rPr lang="pt-BR" sz="1300" dirty="0" smtClean="0"/>
              <a:t>11.196/2005</a:t>
            </a:r>
            <a:r>
              <a:rPr lang="pt-BR" sz="1300" dirty="0"/>
              <a:t>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8D51B74-8EF4-EBA1-4EE7-B7CF73CF5180}"/>
              </a:ext>
            </a:extLst>
          </p:cNvPr>
          <p:cNvSpPr txBox="1"/>
          <p:nvPr/>
        </p:nvSpPr>
        <p:spPr>
          <a:xfrm>
            <a:off x="2279669" y="4975961"/>
            <a:ext cx="1973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XXXXXXXXXXXXXXXXXX</a:t>
            </a:r>
            <a:endParaRPr lang="pt-BR" sz="1400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99C40D6-CE3A-6E49-490C-0C22EFA65E38}"/>
              </a:ext>
            </a:extLst>
          </p:cNvPr>
          <p:cNvSpPr txBox="1"/>
          <p:nvPr/>
        </p:nvSpPr>
        <p:spPr>
          <a:xfrm>
            <a:off x="1801172" y="5205687"/>
            <a:ext cx="32480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 smtClean="0"/>
              <a:t>Coordenador-Geral </a:t>
            </a:r>
            <a:r>
              <a:rPr lang="pt-BR" sz="1000" dirty="0"/>
              <a:t>de Instrumentos de Apoio à Inovação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1AB200D-0370-94E1-083F-F376403868D7}"/>
              </a:ext>
            </a:extLst>
          </p:cNvPr>
          <p:cNvSpPr txBox="1"/>
          <p:nvPr/>
        </p:nvSpPr>
        <p:spPr>
          <a:xfrm>
            <a:off x="5583935" y="4087549"/>
            <a:ext cx="241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Brasília, </a:t>
            </a:r>
            <a:r>
              <a:rPr lang="pt-BR" sz="1400" b="1" dirty="0" smtClean="0"/>
              <a:t>XX</a:t>
            </a:r>
            <a:r>
              <a:rPr lang="pt-BR" sz="1400" dirty="0" smtClean="0"/>
              <a:t> de </a:t>
            </a:r>
            <a:r>
              <a:rPr lang="pt-BR" sz="1400" b="1" dirty="0" smtClean="0"/>
              <a:t>XXXXX</a:t>
            </a:r>
            <a:r>
              <a:rPr lang="pt-BR" sz="1400" dirty="0" smtClean="0"/>
              <a:t> de </a:t>
            </a:r>
            <a:r>
              <a:rPr lang="pt-BR" sz="1400" b="1" dirty="0" smtClean="0"/>
              <a:t>XXXX</a:t>
            </a:r>
            <a:endParaRPr lang="pt-BR" sz="1400" b="1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6C9A793-BD7D-1BBD-0BBC-3000800C04AF}"/>
              </a:ext>
            </a:extLst>
          </p:cNvPr>
          <p:cNvCxnSpPr/>
          <p:nvPr/>
        </p:nvCxnSpPr>
        <p:spPr>
          <a:xfrm>
            <a:off x="1575791" y="4955058"/>
            <a:ext cx="33813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8B129BC-41D3-D739-494A-0E66140D2AEB}"/>
              </a:ext>
            </a:extLst>
          </p:cNvPr>
          <p:cNvSpPr txBox="1"/>
          <p:nvPr/>
        </p:nvSpPr>
        <p:spPr>
          <a:xfrm>
            <a:off x="803546" y="3283220"/>
            <a:ext cx="3122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Período: </a:t>
            </a:r>
            <a:r>
              <a:rPr lang="pt-BR" sz="1200" b="1" dirty="0" smtClean="0"/>
              <a:t>XX</a:t>
            </a:r>
            <a:r>
              <a:rPr lang="pt-BR" sz="1200" dirty="0"/>
              <a:t> </a:t>
            </a:r>
            <a:r>
              <a:rPr lang="pt-BR" sz="1200" dirty="0" smtClean="0"/>
              <a:t>a </a:t>
            </a:r>
            <a:r>
              <a:rPr lang="pt-BR" sz="1200" b="1" dirty="0" smtClean="0"/>
              <a:t>XX</a:t>
            </a:r>
            <a:r>
              <a:rPr lang="pt-BR" sz="1200" dirty="0"/>
              <a:t> </a:t>
            </a:r>
            <a:r>
              <a:rPr lang="pt-BR" sz="1200" dirty="0" smtClean="0"/>
              <a:t>de </a:t>
            </a:r>
            <a:r>
              <a:rPr lang="pt-BR" sz="1200" b="1" dirty="0" smtClean="0"/>
              <a:t>XXXXX</a:t>
            </a:r>
            <a:r>
              <a:rPr lang="pt-BR" sz="1200" dirty="0" smtClean="0"/>
              <a:t> de </a:t>
            </a:r>
            <a:r>
              <a:rPr lang="pt-BR" sz="1200" b="1" dirty="0" smtClean="0"/>
              <a:t>XXXX</a:t>
            </a:r>
            <a:endParaRPr lang="pt-BR" sz="1200" b="1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8D51B74-8EF4-EBA1-4EE7-B7CF73CF5180}"/>
              </a:ext>
            </a:extLst>
          </p:cNvPr>
          <p:cNvSpPr txBox="1"/>
          <p:nvPr/>
        </p:nvSpPr>
        <p:spPr>
          <a:xfrm>
            <a:off x="5854505" y="5010704"/>
            <a:ext cx="19736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XXXXXXXXXXXXXXXXXX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9C40D6-CE3A-6E49-490C-0C22EFA65E38}"/>
              </a:ext>
            </a:extLst>
          </p:cNvPr>
          <p:cNvSpPr txBox="1"/>
          <p:nvPr/>
        </p:nvSpPr>
        <p:spPr>
          <a:xfrm>
            <a:off x="5667166" y="5200964"/>
            <a:ext cx="29690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 smtClean="0"/>
              <a:t>Coordenador </a:t>
            </a:r>
            <a:r>
              <a:rPr lang="pt-BR" sz="1000" dirty="0"/>
              <a:t>de Instrumentos de Apoio à Inovação 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A6C9A793-BD7D-1BBD-0BBC-3000800C04AF}"/>
              </a:ext>
            </a:extLst>
          </p:cNvPr>
          <p:cNvCxnSpPr/>
          <p:nvPr/>
        </p:nvCxnSpPr>
        <p:spPr>
          <a:xfrm>
            <a:off x="5141768" y="4960195"/>
            <a:ext cx="33813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0847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0850D291658CA49BA11A0EE2CDECCD7" ma:contentTypeVersion="14" ma:contentTypeDescription="Crie um novo documento." ma:contentTypeScope="" ma:versionID="5c0a62f504be08b112225395b0c06acc">
  <xsd:schema xmlns:xsd="http://www.w3.org/2001/XMLSchema" xmlns:xs="http://www.w3.org/2001/XMLSchema" xmlns:p="http://schemas.microsoft.com/office/2006/metadata/properties" xmlns:ns2="72ebfa32-94ed-4ad5-9a6b-2fb49ef1ffc0" xmlns:ns3="8ea847cd-c4d0-4cc7-8dc8-5d6640228d9a" targetNamespace="http://schemas.microsoft.com/office/2006/metadata/properties" ma:root="true" ma:fieldsID="f73054859280f30cdb58368def07ea0d" ns2:_="" ns3:_="">
    <xsd:import namespace="72ebfa32-94ed-4ad5-9a6b-2fb49ef1ffc0"/>
    <xsd:import namespace="8ea847cd-c4d0-4cc7-8dc8-5d6640228d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ebfa32-94ed-4ad5-9a6b-2fb49ef1ff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2b5e9547-5b9a-4cbf-83dc-e3004cf1e90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a847cd-c4d0-4cc7-8dc8-5d6640228d9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23c4ce8-ab71-4ad7-89ef-21a24b10437c}" ma:internalName="TaxCatchAll" ma:showField="CatchAllData" ma:web="8ea847cd-c4d0-4cc7-8dc8-5d6640228d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F805F9-151F-480B-9C9B-FAEE055FBD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2B5A09-4C7B-4EAD-B96D-AB9EEA02F3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ebfa32-94ed-4ad5-9a6b-2fb49ef1ffc0"/>
    <ds:schemaRef ds:uri="8ea847cd-c4d0-4cc7-8dc8-5d6640228d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1376</TotalTime>
  <Words>78</Words>
  <Application>Microsoft Office PowerPoint</Application>
  <PresentationFormat>Personalizar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Pericles Teodoro Marques da Silva</dc:creator>
  <cp:lastModifiedBy>Cesar Gabriel Castro de Oliveira</cp:lastModifiedBy>
  <cp:revision>156</cp:revision>
  <cp:lastPrinted>2024-02-07T18:31:49Z</cp:lastPrinted>
  <dcterms:created xsi:type="dcterms:W3CDTF">2023-05-02T20:10:00Z</dcterms:created>
  <dcterms:modified xsi:type="dcterms:W3CDTF">2025-07-01T13:58:53Z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2023-05-02T20:16:37Z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bea6516b-68f0-4b48-8d01-bd769a13f065</vt:lpwstr>
  </property>
  <property fmtid="{D5CDD505-2E9C-101B-9397-08002B2CF9AE}" pid="7" name="MSIP_Label_defa4170-0d19-0005-0004-bc88714345d2_ActionId">
    <vt:lpwstr>49ecee1a-45d0-4bed-9818-a03afce08a32</vt:lpwstr>
  </property>
  <property fmtid="{D5CDD505-2E9C-101B-9397-08002B2CF9AE}" pid="8" name="MSIP_Label_defa4170-0d19-0005-0004-bc88714345d2_ContentBits">
    <vt:lpwstr>0</vt:lpwstr>
  </property>
</Properties>
</file>